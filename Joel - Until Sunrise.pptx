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A9FB97-EB8D-4F4E-BFEB-41B4C5C1EA9B}" v="7" dt="2026-10-26T08:08:28.9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ej Sukič" userId="1c13eae8-626e-4358-855c-2d93279b83b5" providerId="ADAL" clId="{22F3BE82-E09C-4C76-9DB6-1FBBC5198E0C}"/>
    <pc:docChg chg="custSel modSld">
      <pc:chgData name="Anej Sukič" userId="1c13eae8-626e-4358-855c-2d93279b83b5" providerId="ADAL" clId="{22F3BE82-E09C-4C76-9DB6-1FBBC5198E0C}" dt="2026-10-26T08:54:23.425" v="127" actId="20577"/>
      <pc:docMkLst>
        <pc:docMk/>
      </pc:docMkLst>
      <pc:sldChg chg="modSp">
        <pc:chgData name="Anej Sukič" userId="1c13eae8-626e-4358-855c-2d93279b83b5" providerId="ADAL" clId="{22F3BE82-E09C-4C76-9DB6-1FBBC5198E0C}" dt="2026-10-26T06:48:00.565" v="2"/>
        <pc:sldMkLst>
          <pc:docMk/>
          <pc:sldMk cId="1851616314" sldId="256"/>
        </pc:sldMkLst>
        <pc:spChg chg="mod">
          <ac:chgData name="Anej Sukič" userId="1c13eae8-626e-4358-855c-2d93279b83b5" providerId="ADAL" clId="{22F3BE82-E09C-4C76-9DB6-1FBBC5198E0C}" dt="2026-10-26T06:48:00.565" v="2"/>
          <ac:spMkLst>
            <pc:docMk/>
            <pc:sldMk cId="1851616314" sldId="256"/>
            <ac:spMk id="2" creationId="{C93835E0-AA9E-1CE8-F355-2235545E4F81}"/>
          </ac:spMkLst>
        </pc:spChg>
        <pc:spChg chg="mod">
          <ac:chgData name="Anej Sukič" userId="1c13eae8-626e-4358-855c-2d93279b83b5" providerId="ADAL" clId="{22F3BE82-E09C-4C76-9DB6-1FBBC5198E0C}" dt="2026-10-26T06:48:00.565" v="2"/>
          <ac:spMkLst>
            <pc:docMk/>
            <pc:sldMk cId="1851616314" sldId="256"/>
            <ac:spMk id="3" creationId="{2A8F6BF3-A924-1826-F449-A37301A1A70D}"/>
          </ac:spMkLst>
        </pc:spChg>
      </pc:sldChg>
      <pc:sldChg chg="addSp delSp modSp">
        <pc:chgData name="Anej Sukič" userId="1c13eae8-626e-4358-855c-2d93279b83b5" providerId="ADAL" clId="{22F3BE82-E09C-4C76-9DB6-1FBBC5198E0C}" dt="2026-10-26T08:09:36.314" v="10"/>
        <pc:sldMkLst>
          <pc:docMk/>
          <pc:sldMk cId="3241227667" sldId="257"/>
        </pc:sldMkLst>
        <pc:spChg chg="mod">
          <ac:chgData name="Anej Sukič" userId="1c13eae8-626e-4358-855c-2d93279b83b5" providerId="ADAL" clId="{22F3BE82-E09C-4C76-9DB6-1FBBC5198E0C}" dt="2026-10-26T06:48:00.565" v="2"/>
          <ac:spMkLst>
            <pc:docMk/>
            <pc:sldMk cId="3241227667" sldId="257"/>
            <ac:spMk id="2" creationId="{55D11AE5-F6B3-DD2D-6FB2-715302F00DD1}"/>
          </ac:spMkLst>
        </pc:spChg>
        <pc:spChg chg="mod">
          <ac:chgData name="Anej Sukič" userId="1c13eae8-626e-4358-855c-2d93279b83b5" providerId="ADAL" clId="{22F3BE82-E09C-4C76-9DB6-1FBBC5198E0C}" dt="2026-10-26T06:48:00.565" v="2"/>
          <ac:spMkLst>
            <pc:docMk/>
            <pc:sldMk cId="3241227667" sldId="257"/>
            <ac:spMk id="3" creationId="{582A0588-7D2E-085B-DA06-27734AE3D961}"/>
          </ac:spMkLst>
        </pc:spChg>
        <pc:spChg chg="add del mod">
          <ac:chgData name="Anej Sukič" userId="1c13eae8-626e-4358-855c-2d93279b83b5" providerId="ADAL" clId="{22F3BE82-E09C-4C76-9DB6-1FBBC5198E0C}" dt="2026-10-26T06:51:03.425" v="5"/>
          <ac:spMkLst>
            <pc:docMk/>
            <pc:sldMk cId="3241227667" sldId="257"/>
            <ac:spMk id="12" creationId="{F0B0A3B5-0044-77CD-22A4-70BDA4971C91}"/>
          </ac:spMkLst>
        </pc:spChg>
        <pc:spChg chg="add del mod">
          <ac:chgData name="Anej Sukič" userId="1c13eae8-626e-4358-855c-2d93279b83b5" providerId="ADAL" clId="{22F3BE82-E09C-4C76-9DB6-1FBBC5198E0C}" dt="2026-10-26T08:09:36.314" v="10"/>
          <ac:spMkLst>
            <pc:docMk/>
            <pc:sldMk cId="3241227667" sldId="257"/>
            <ac:spMk id="23" creationId="{98B9E5B5-0A27-5F82-0243-76D46C495355}"/>
          </ac:spMkLst>
        </pc:spChg>
        <pc:picChg chg="add">
          <ac:chgData name="Anej Sukič" userId="1c13eae8-626e-4358-855c-2d93279b83b5" providerId="ADAL" clId="{22F3BE82-E09C-4C76-9DB6-1FBBC5198E0C}" dt="2026-10-26T06:49:52.956" v="3"/>
          <ac:picMkLst>
            <pc:docMk/>
            <pc:sldMk cId="3241227667" sldId="257"/>
            <ac:picMk id="7" creationId="{0D924910-84C4-808D-948F-1F2E89074F89}"/>
          </ac:picMkLst>
        </pc:picChg>
      </pc:sldChg>
      <pc:sldChg chg="modSp">
        <pc:chgData name="Anej Sukič" userId="1c13eae8-626e-4358-855c-2d93279b83b5" providerId="ADAL" clId="{22F3BE82-E09C-4C76-9DB6-1FBBC5198E0C}" dt="2026-10-26T06:48:00.565" v="2"/>
        <pc:sldMkLst>
          <pc:docMk/>
          <pc:sldMk cId="2806378075" sldId="258"/>
        </pc:sldMkLst>
        <pc:spChg chg="mod">
          <ac:chgData name="Anej Sukič" userId="1c13eae8-626e-4358-855c-2d93279b83b5" providerId="ADAL" clId="{22F3BE82-E09C-4C76-9DB6-1FBBC5198E0C}" dt="2026-10-26T06:48:00.565" v="2"/>
          <ac:spMkLst>
            <pc:docMk/>
            <pc:sldMk cId="2806378075" sldId="258"/>
            <ac:spMk id="2" creationId="{9BA4402A-A322-8B85-DCE1-B1D6E31CE369}"/>
          </ac:spMkLst>
        </pc:spChg>
        <pc:spChg chg="mod">
          <ac:chgData name="Anej Sukič" userId="1c13eae8-626e-4358-855c-2d93279b83b5" providerId="ADAL" clId="{22F3BE82-E09C-4C76-9DB6-1FBBC5198E0C}" dt="2026-10-26T06:48:00.565" v="2"/>
          <ac:spMkLst>
            <pc:docMk/>
            <pc:sldMk cId="2806378075" sldId="258"/>
            <ac:spMk id="3" creationId="{B2E7E7D6-09B8-21C0-63C2-578D6396CB14}"/>
          </ac:spMkLst>
        </pc:spChg>
      </pc:sldChg>
      <pc:sldChg chg="modSp">
        <pc:chgData name="Anej Sukič" userId="1c13eae8-626e-4358-855c-2d93279b83b5" providerId="ADAL" clId="{22F3BE82-E09C-4C76-9DB6-1FBBC5198E0C}" dt="2026-10-26T06:48:00.565" v="2"/>
        <pc:sldMkLst>
          <pc:docMk/>
          <pc:sldMk cId="930364270" sldId="259"/>
        </pc:sldMkLst>
        <pc:spChg chg="mod">
          <ac:chgData name="Anej Sukič" userId="1c13eae8-626e-4358-855c-2d93279b83b5" providerId="ADAL" clId="{22F3BE82-E09C-4C76-9DB6-1FBBC5198E0C}" dt="2026-10-26T06:48:00.565" v="2"/>
          <ac:spMkLst>
            <pc:docMk/>
            <pc:sldMk cId="930364270" sldId="259"/>
            <ac:spMk id="2" creationId="{D9599BCE-ED22-145D-13CE-300D08117D59}"/>
          </ac:spMkLst>
        </pc:spChg>
      </pc:sldChg>
      <pc:sldChg chg="delSp modSp mod">
        <pc:chgData name="Anej Sukič" userId="1c13eae8-626e-4358-855c-2d93279b83b5" providerId="ADAL" clId="{22F3BE82-E09C-4C76-9DB6-1FBBC5198E0C}" dt="2026-10-26T08:53:50.661" v="113" actId="20577"/>
        <pc:sldMkLst>
          <pc:docMk/>
          <pc:sldMk cId="535733918" sldId="260"/>
        </pc:sldMkLst>
        <pc:spChg chg="mod">
          <ac:chgData name="Anej Sukič" userId="1c13eae8-626e-4358-855c-2d93279b83b5" providerId="ADAL" clId="{22F3BE82-E09C-4C76-9DB6-1FBBC5198E0C}" dt="2026-10-26T06:48:00.565" v="2"/>
          <ac:spMkLst>
            <pc:docMk/>
            <pc:sldMk cId="535733918" sldId="260"/>
            <ac:spMk id="7" creationId="{5F09A0AB-31B4-6A65-EF6F-A9309870DF1E}"/>
          </ac:spMkLst>
        </pc:spChg>
        <pc:spChg chg="mod">
          <ac:chgData name="Anej Sukič" userId="1c13eae8-626e-4358-855c-2d93279b83b5" providerId="ADAL" clId="{22F3BE82-E09C-4C76-9DB6-1FBBC5198E0C}" dt="2026-10-26T08:53:50.661" v="113" actId="20577"/>
          <ac:spMkLst>
            <pc:docMk/>
            <pc:sldMk cId="535733918" sldId="260"/>
            <ac:spMk id="8" creationId="{312962DC-DF94-451A-3292-60F7485E745E}"/>
          </ac:spMkLst>
        </pc:spChg>
        <pc:spChg chg="del mod">
          <ac:chgData name="Anej Sukič" userId="1c13eae8-626e-4358-855c-2d93279b83b5" providerId="ADAL" clId="{22F3BE82-E09C-4C76-9DB6-1FBBC5198E0C}" dt="2026-10-26T08:53:38.463" v="85" actId="478"/>
          <ac:spMkLst>
            <pc:docMk/>
            <pc:sldMk cId="535733918" sldId="260"/>
            <ac:spMk id="9" creationId="{EC945E87-CEA9-BCD8-7151-835B0534331E}"/>
          </ac:spMkLst>
        </pc:spChg>
      </pc:sldChg>
      <pc:sldChg chg="modSp mod">
        <pc:chgData name="Anej Sukič" userId="1c13eae8-626e-4358-855c-2d93279b83b5" providerId="ADAL" clId="{22F3BE82-E09C-4C76-9DB6-1FBBC5198E0C}" dt="2026-10-26T08:54:23.425" v="127" actId="20577"/>
        <pc:sldMkLst>
          <pc:docMk/>
          <pc:sldMk cId="1672927448" sldId="261"/>
        </pc:sldMkLst>
        <pc:spChg chg="mod">
          <ac:chgData name="Anej Sukič" userId="1c13eae8-626e-4358-855c-2d93279b83b5" providerId="ADAL" clId="{22F3BE82-E09C-4C76-9DB6-1FBBC5198E0C}" dt="2026-10-26T06:48:00.565" v="2"/>
          <ac:spMkLst>
            <pc:docMk/>
            <pc:sldMk cId="1672927448" sldId="261"/>
            <ac:spMk id="2" creationId="{4A51DDCE-6BF1-4A42-064A-22DD826CD2F0}"/>
          </ac:spMkLst>
        </pc:spChg>
        <pc:spChg chg="mod">
          <ac:chgData name="Anej Sukič" userId="1c13eae8-626e-4358-855c-2d93279b83b5" providerId="ADAL" clId="{22F3BE82-E09C-4C76-9DB6-1FBBC5198E0C}" dt="2026-10-26T08:54:18.678" v="122" actId="20577"/>
          <ac:spMkLst>
            <pc:docMk/>
            <pc:sldMk cId="1672927448" sldId="261"/>
            <ac:spMk id="5" creationId="{BA41412D-5088-4913-8BB6-EDF690202393}"/>
          </ac:spMkLst>
        </pc:spChg>
        <pc:spChg chg="mod">
          <ac:chgData name="Anej Sukič" userId="1c13eae8-626e-4358-855c-2d93279b83b5" providerId="ADAL" clId="{22F3BE82-E09C-4C76-9DB6-1FBBC5198E0C}" dt="2026-10-26T08:54:23.425" v="127" actId="20577"/>
          <ac:spMkLst>
            <pc:docMk/>
            <pc:sldMk cId="1672927448" sldId="261"/>
            <ac:spMk id="6" creationId="{55867A54-FB69-51E2-C366-1671C65BCECD}"/>
          </ac:spMkLst>
        </pc:spChg>
      </pc:sldChg>
      <pc:sldChg chg="addSp delSp modSp">
        <pc:chgData name="Anej Sukič" userId="1c13eae8-626e-4358-855c-2d93279b83b5" providerId="ADAL" clId="{22F3BE82-E09C-4C76-9DB6-1FBBC5198E0C}" dt="2026-10-26T08:06:33.820" v="8"/>
        <pc:sldMkLst>
          <pc:docMk/>
          <pc:sldMk cId="1790520097" sldId="262"/>
        </pc:sldMkLst>
        <pc:spChg chg="mod">
          <ac:chgData name="Anej Sukič" userId="1c13eae8-626e-4358-855c-2d93279b83b5" providerId="ADAL" clId="{22F3BE82-E09C-4C76-9DB6-1FBBC5198E0C}" dt="2026-10-26T06:48:00.565" v="2"/>
          <ac:spMkLst>
            <pc:docMk/>
            <pc:sldMk cId="1790520097" sldId="262"/>
            <ac:spMk id="5" creationId="{D1899506-F814-6047-1F95-AB00E9045B3D}"/>
          </ac:spMkLst>
        </pc:spChg>
        <pc:spChg chg="mod">
          <ac:chgData name="Anej Sukič" userId="1c13eae8-626e-4358-855c-2d93279b83b5" providerId="ADAL" clId="{22F3BE82-E09C-4C76-9DB6-1FBBC5198E0C}" dt="2026-10-26T06:48:00.565" v="2"/>
          <ac:spMkLst>
            <pc:docMk/>
            <pc:sldMk cId="1790520097" sldId="262"/>
            <ac:spMk id="6" creationId="{9447284F-5FB5-69A8-9BDB-3A1075B05DA3}"/>
          </ac:spMkLst>
        </pc:spChg>
        <pc:spChg chg="add del mod">
          <ac:chgData name="Anej Sukič" userId="1c13eae8-626e-4358-855c-2d93279b83b5" providerId="ADAL" clId="{22F3BE82-E09C-4C76-9DB6-1FBBC5198E0C}" dt="2026-10-26T06:55:40.910" v="7"/>
          <ac:spMkLst>
            <pc:docMk/>
            <pc:sldMk cId="1790520097" sldId="262"/>
            <ac:spMk id="8" creationId="{F0432C11-1F5A-48FD-F1F8-5569F60B8F11}"/>
          </ac:spMkLst>
        </pc:spChg>
        <pc:picChg chg="mod">
          <ac:chgData name="Anej Sukič" userId="1c13eae8-626e-4358-855c-2d93279b83b5" providerId="ADAL" clId="{22F3BE82-E09C-4C76-9DB6-1FBBC5198E0C}" dt="2026-10-26T08:06:33.820" v="8"/>
          <ac:picMkLst>
            <pc:docMk/>
            <pc:sldMk cId="1790520097" sldId="262"/>
            <ac:picMk id="14" creationId="{554C299C-352E-3010-E73F-2ABDCE6EC5F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8515653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4464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75473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S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4065830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1587440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95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458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7346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805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69122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41252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SI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4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152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811678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8027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57626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3558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180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3285915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36780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007552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06558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S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4293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6578811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SI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4397445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85007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85155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3C120-F055-069D-4DBC-5980A80C9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C76DF-A408-F0E2-F731-4FC4FF75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349CE2-F363-9746-977E-79F3F97AE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34C67-1679-E553-56E7-F604C4C77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CF4A3-CBE0-E6CC-E7E2-F9FFC9D75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09A3D-D83C-33B8-B03C-32C60DBF3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121902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C5F20C65-FA37-42B9-867F-5DFA9D951941}" type="datetimeFigureOut">
              <a:rPr lang="en-SI" smtClean="0"/>
              <a:t>26/10/2026</a:t>
            </a:fld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06D9BFCF-F9E8-4C9E-929C-E8F6E408B90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9671318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37" r:id="rId19"/>
    <p:sldLayoutId id="2147483738" r:id="rId20"/>
    <p:sldLayoutId id="2147483739" r:id="rId21"/>
    <p:sldLayoutId id="2147483740" r:id="rId22"/>
    <p:sldLayoutId id="2147483741" r:id="rId23"/>
    <p:sldLayoutId id="2147483742" r:id="rId24"/>
    <p:sldLayoutId id="2147483743" r:id="rId25"/>
    <p:sldLayoutId id="2147483744" r:id="rId26"/>
    <p:sldLayoutId id="2147483745" r:id="rId27"/>
    <p:sldLayoutId id="2147483746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microsoft.com/office/2007/relationships/hdphoto" Target="../media/hdphoto1.wdp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35E0-AA9E-1CE8-F355-2235545E4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1820486"/>
            <a:ext cx="5690715" cy="2762187"/>
          </a:xfrm>
        </p:spPr>
        <p:txBody>
          <a:bodyPr/>
          <a:lstStyle/>
          <a:p>
            <a:r>
              <a:rPr lang="sl-SI" dirty="0"/>
              <a:t>Joel – </a:t>
            </a:r>
            <a:r>
              <a:rPr lang="sl-SI" sz="5400" b="1" dirty="0" err="1"/>
              <a:t>Until</a:t>
            </a:r>
            <a:r>
              <a:rPr lang="sl-SI" b="1" dirty="0"/>
              <a:t> </a:t>
            </a:r>
            <a:r>
              <a:rPr lang="sl-SI" b="1" dirty="0" err="1"/>
              <a:t>Sunrise</a:t>
            </a:r>
            <a:endParaRPr lang="en-SI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8F6BF3-A924-1826-F449-A37301A1A7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l-SI" dirty="0"/>
              <a:t>Anej Sukič, </a:t>
            </a:r>
            <a:r>
              <a:rPr lang="sl-SI" dirty="0" err="1"/>
              <a:t>Tai</a:t>
            </a:r>
            <a:r>
              <a:rPr lang="sl-SI" dirty="0"/>
              <a:t> </a:t>
            </a:r>
            <a:r>
              <a:rPr lang="sl-SI" dirty="0" err="1"/>
              <a:t>Lupscha</a:t>
            </a:r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1851616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11AE5-F6B3-DD2D-6FB2-715302F00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3600" b="1" dirty="0"/>
              <a:t>Ideja in interpretacija</a:t>
            </a:r>
            <a:endParaRPr lang="en-SI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A0588-7D2E-085B-DA06-27734AE3D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sz="2400" dirty="0" err="1"/>
              <a:t>Platformer</a:t>
            </a:r>
            <a:endParaRPr lang="sl-SI" sz="2400" dirty="0"/>
          </a:p>
          <a:p>
            <a:r>
              <a:rPr lang="sl-SI" sz="2000" dirty="0"/>
              <a:t>Vampir beži pred soncem</a:t>
            </a:r>
            <a:endParaRPr lang="sl-SI" dirty="0"/>
          </a:p>
          <a:p>
            <a:endParaRPr lang="sl-SI" dirty="0"/>
          </a:p>
          <a:p>
            <a:endParaRPr lang="en-SI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D509D9-DA42-2B2D-0EC0-1B3E6EC5B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006" y="2373502"/>
            <a:ext cx="1095395" cy="14140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664D3D-BB75-539B-51DB-8EE43C457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5258" y="2367150"/>
            <a:ext cx="838273" cy="14204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F8A5F7-F334-9BD1-3F4D-55AD6A99D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460" y="4060723"/>
            <a:ext cx="1845846" cy="213993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7A3E6CA-1086-6846-15D8-CB5DDC8E19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4394" y="4505891"/>
            <a:ext cx="799740" cy="124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227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4402A-A322-8B85-DCE1-B1D6E31CE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l-SI" sz="3600" b="1" dirty="0"/>
              <a:t>Ključne mehanike</a:t>
            </a:r>
            <a:endParaRPr lang="en-SI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7E7D6-09B8-21C0-63C2-578D6396C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l-SI" sz="2000" dirty="0"/>
              <a:t>Premikanje</a:t>
            </a:r>
          </a:p>
          <a:p>
            <a:r>
              <a:rPr lang="sl-SI" sz="2000" dirty="0" err="1"/>
              <a:t>Dash</a:t>
            </a:r>
            <a:endParaRPr lang="sl-SI" sz="2000" dirty="0"/>
          </a:p>
          <a:p>
            <a:r>
              <a:rPr lang="sl-SI" sz="2000" dirty="0"/>
              <a:t>Pavza</a:t>
            </a:r>
            <a:endParaRPr lang="en-SI" sz="2000" dirty="0"/>
          </a:p>
        </p:txBody>
      </p:sp>
    </p:spTree>
    <p:extLst>
      <p:ext uri="{BB962C8B-B14F-4D97-AF65-F5344CB8AC3E}">
        <p14:creationId xmlns:p14="http://schemas.microsoft.com/office/powerpoint/2010/main" val="2806378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99BCE-ED22-145D-13CE-300D08117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Prikaz igre</a:t>
            </a:r>
            <a:endParaRPr lang="en-S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9DBAB7-5D33-37C3-9F87-BD1C4D12D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77" y="2624754"/>
            <a:ext cx="5046313" cy="2823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14BC2D-3800-7DBD-F6B1-F8CE0C857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577" y="474837"/>
            <a:ext cx="5153223" cy="28234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B49D8C-4E1B-170C-9548-EA9003DEB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477" y="3718721"/>
            <a:ext cx="2899405" cy="302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364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F09A0AB-31B4-6A65-EF6F-A9309870D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Tehnične zanimivosti</a:t>
            </a:r>
            <a:endParaRPr lang="en-SI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12962DC-DF94-451A-3292-60F7485E7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Kaj je bilo najtežje?</a:t>
            </a:r>
          </a:p>
          <a:p>
            <a:r>
              <a:rPr lang="sl-SI" dirty="0"/>
              <a:t>Svetloba od </a:t>
            </a:r>
            <a:r>
              <a:rPr lang="sl-SI" dirty="0" err="1"/>
              <a:t>LightEnemy</a:t>
            </a:r>
            <a:endParaRPr lang="sl-SI" dirty="0"/>
          </a:p>
          <a:p>
            <a:endParaRPr lang="sl-SI" dirty="0"/>
          </a:p>
          <a:p>
            <a:r>
              <a:rPr lang="sl-SI" dirty="0"/>
              <a:t>Kaj najbolj izstopa?</a:t>
            </a:r>
          </a:p>
          <a:p>
            <a:r>
              <a:rPr lang="sl-SI" dirty="0"/>
              <a:t>Sonce</a:t>
            </a:r>
          </a:p>
        </p:txBody>
      </p:sp>
    </p:spTree>
    <p:extLst>
      <p:ext uri="{BB962C8B-B14F-4D97-AF65-F5344CB8AC3E}">
        <p14:creationId xmlns:p14="http://schemas.microsoft.com/office/powerpoint/2010/main" val="535733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1DDCE-6BF1-4A42-064A-22DD826C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Transparentnost</a:t>
            </a:r>
            <a:endParaRPr lang="en-SI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41412D-5088-4913-8BB6-EDF690202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l-SI" dirty="0"/>
              <a:t>Brez AI</a:t>
            </a:r>
          </a:p>
          <a:p>
            <a:r>
              <a:rPr lang="sl-SI" dirty="0"/>
              <a:t>Premikanje</a:t>
            </a:r>
          </a:p>
          <a:p>
            <a:r>
              <a:rPr lang="sl-SI" dirty="0" err="1"/>
              <a:t>Sprites</a:t>
            </a:r>
            <a:endParaRPr lang="sl-SI" dirty="0"/>
          </a:p>
          <a:p>
            <a:r>
              <a:rPr lang="sl-SI" dirty="0"/>
              <a:t>Ustvarjanje scen</a:t>
            </a:r>
          </a:p>
          <a:p>
            <a:r>
              <a:rPr lang="sl-SI" dirty="0"/>
              <a:t>Animacije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867A54-FB69-51E2-C366-1671C65BCECD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096000" y="2506662"/>
            <a:ext cx="5181600" cy="4351338"/>
          </a:xfrm>
        </p:spPr>
        <p:txBody>
          <a:bodyPr/>
          <a:lstStyle/>
          <a:p>
            <a:r>
              <a:rPr lang="sl-SI" dirty="0"/>
              <a:t>Z AI</a:t>
            </a:r>
          </a:p>
          <a:p>
            <a:r>
              <a:rPr lang="sl-SI" dirty="0"/>
              <a:t>Logika svetlobe</a:t>
            </a:r>
          </a:p>
          <a:p>
            <a:r>
              <a:rPr lang="sl-SI" dirty="0"/>
              <a:t>Minimalistični popravki</a:t>
            </a:r>
          </a:p>
          <a:p>
            <a:r>
              <a:rPr lang="sl-SI" dirty="0"/>
              <a:t>Iskanje </a:t>
            </a:r>
            <a:r>
              <a:rPr lang="sl-SI" dirty="0" err="1"/>
              <a:t>bugov</a:t>
            </a:r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1672927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899506-F814-6047-1F95-AB00E9045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Hvala za pozornost</a:t>
            </a:r>
            <a:endParaRPr lang="en-SI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EDC964-8B4D-FEA6-EC34-4A2D626896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33369" y="2888226"/>
            <a:ext cx="1400828" cy="15262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2B2833-0342-E048-4B99-9DCBB032D3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98890" y="1152715"/>
            <a:ext cx="949380" cy="9945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4C299C-352E-3010-E73F-2ABDCE6EC5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409980" y="-104245"/>
            <a:ext cx="986201" cy="10816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200A418-C161-012F-23C7-48CC5BEFFFF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520782" y="5426670"/>
            <a:ext cx="1533567" cy="143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520097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557e278-e8cb-41c3-985c-c7edb68d824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4F0E615F634AC43A858353E74448C68" ma:contentTypeVersion="14" ma:contentTypeDescription="Ustvari nov dokument." ma:contentTypeScope="" ma:versionID="08f0426d322994804236a9f588938be0">
  <xsd:schema xmlns:xsd="http://www.w3.org/2001/XMLSchema" xmlns:xs="http://www.w3.org/2001/XMLSchema" xmlns:p="http://schemas.microsoft.com/office/2006/metadata/properties" xmlns:ns3="c557e278-e8cb-41c3-985c-c7edb68d8245" xmlns:ns4="887237c2-e0e1-4b49-ada1-af3b4f01c8c7" targetNamespace="http://schemas.microsoft.com/office/2006/metadata/properties" ma:root="true" ma:fieldsID="2547e135273526fb0a1b9067846700b8" ns3:_="" ns4:_="">
    <xsd:import namespace="c557e278-e8cb-41c3-985c-c7edb68d8245"/>
    <xsd:import namespace="887237c2-e0e1-4b49-ada1-af3b4f01c8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7e278-e8cb-41c3-985c-c7edb68d82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7237c2-e0e1-4b49-ada1-af3b4f01c8c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V skupni rabi z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V skupni rabi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Razprševanje namiga za skupno rab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vsebine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E49D84E-24DA-4D27-BC75-027128120C0A}">
  <ds:schemaRefs>
    <ds:schemaRef ds:uri="887237c2-e0e1-4b49-ada1-af3b4f01c8c7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elements/1.1/"/>
    <ds:schemaRef ds:uri="http://www.w3.org/XML/1998/namespace"/>
    <ds:schemaRef ds:uri="c557e278-e8cb-41c3-985c-c7edb68d8245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83EBEDA-BC58-48FC-9B5E-5A3FD51770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AA9A6B-97B5-4B75-92B3-1768F80BC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7e278-e8cb-41c3-985c-c7edb68d8245"/>
    <ds:schemaRef ds:uri="887237c2-e0e1-4b49-ada1-af3b4f01c8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109</TotalTime>
  <Words>58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Neue Haas Grotesk Text Pro</vt:lpstr>
      <vt:lpstr>Film Burn</vt:lpstr>
      <vt:lpstr>Joel – Until Sunrise</vt:lpstr>
      <vt:lpstr>Ideja in interpretacija</vt:lpstr>
      <vt:lpstr>Ključne mehanike</vt:lpstr>
      <vt:lpstr>Prikaz igre</vt:lpstr>
      <vt:lpstr>Tehnične zanimivosti</vt:lpstr>
      <vt:lpstr>Transparentnost</vt:lpstr>
      <vt:lpstr>Hvala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Anej Sukič</dc:creator>
  <cp:lastModifiedBy>Anej Sukič</cp:lastModifiedBy>
  <cp:revision>1</cp:revision>
  <dcterms:created xsi:type="dcterms:W3CDTF">2026-10-26T06:30:18Z</dcterms:created>
  <dcterms:modified xsi:type="dcterms:W3CDTF">2026-10-26T08:54:48Z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0x01010044F0E615F634AC43A858353E74448C68</vt:lpwstr>
  </property>
</Properties>
</file>